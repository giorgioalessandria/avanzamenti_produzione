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5884" autoAdjust="0"/>
  </p:normalViewPr>
  <p:slideViewPr>
    <p:cSldViewPr snapToGrid="0">
      <p:cViewPr varScale="1">
        <p:scale>
          <a:sx n="102" d="100"/>
          <a:sy n="102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EB96BC-2D91-665A-4640-8587988D2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304B6C5-1755-CD75-3D11-01E282A57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74D89B-A6E7-4A54-9C55-C51AFDE4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853743-53B1-B053-EC92-ECEB796F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6D0000-1F1C-642F-74B0-90B2F8EE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321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B60543-25D7-6DBC-C090-F724C2A0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FE8FE8-039D-DDB6-2D4C-0354D944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73D1D0-2C2C-8421-93DF-8E9D9669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1FA68F-5DE1-14DC-881F-7C04B343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7404911-578F-754D-F9A1-F606F15C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803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17D5B-6D8A-9BD9-0C8F-72986DAE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2F5A94-ED2C-2F4C-E0F0-8685EFB85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26D127-AE45-EA54-B4F9-AD6EA2C4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183095-762D-002D-039B-0951EA40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7D8A32-1450-1D32-0349-C8E54E66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7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FBAC14-7539-37AA-F765-540246E8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CCCE87-0374-CA55-2CB8-AE138F7A4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56D202B-336A-7E7D-5A35-8ED6303B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F8D1CC0-2F3A-DFA2-860B-E1C57281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B4CFDF-AC13-7B6A-D67B-F40F7266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C316E87-6964-645D-4490-E6FE47DD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57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71A5E-DB73-BAC3-4E66-084C01C9B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7A12BFF-16C5-A9E8-E926-99FC688E7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4CF6662-3666-DE0C-E32F-D247F0A8C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22B0DC-7813-92B0-CDA2-DEB7F477F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310878-0872-580E-A942-D7A1D5768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64B4AB-6C67-E016-839F-86991148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765DBE9-9C8A-4C0B-DEFE-B1A75AC9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7CEB84D-ADC1-154A-D275-3D0CAC7D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98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8B3CAC-8712-31CA-D9D9-5B533ABC2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2C9F950-895F-2AEF-EAD4-596DE1A7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F98021-6D1A-2E50-1BBE-5BBC7453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195383-5C2E-40AF-D63E-C142E8AB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7014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DCD4B2C-32C2-7828-8535-82720CF9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AAA116E-9588-2C12-4F21-62F4A5CB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012ADE-0E14-5B4E-E919-35C91618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430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C5B710-F1A0-A60A-8272-C4E25540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443D8C-E962-3E3C-D28D-866644644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307526C-0FC2-B5F6-A485-E6A5884FF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B200E7-E854-79F4-2B48-392C1FE2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CFC2B2-FE7A-E632-8E1C-3FB9668A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60DCB96-2A9D-3C1A-7665-D4E00830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545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610944-8D57-5CF7-12ED-2D3369A5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6E512-E60A-945B-C04A-27EF5EE2C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5476BA-15E3-2819-3470-2E7FEA705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157A41-691E-194C-3306-32309B0E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7E145EF-C85B-2B57-929D-54F20E8B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9B0685-7E78-AF71-3796-31291735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345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75C75E-A4C5-C587-13F6-ED9F268C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ED91E61-06E6-F1F0-BF28-C040C99A6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44C17C-274E-CC59-EB7D-CC210AFD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F36EBA-056E-38B3-1AB2-65C43726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58EDC9-CB79-D318-A6D6-3AA583AA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557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4233AA5-91D9-3A53-FCF7-EF9EA4F79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DCEF673-3422-BE30-7FDE-25F4763FE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F7E10E-41BA-BD63-63D0-62675AE6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862989-B4C0-7B15-0CC8-94EF8C555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AAFA94-E728-788F-6EAB-54DFFE50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940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DDBF7-890A-DF44-7DAE-6701DE75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CF0C9C-4583-7F2D-28CE-058605D47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539591-C8DD-2608-30B0-7CEBF8084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24199-D338-4264-A149-D16CE00DDBE5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064CCC-D1EE-DC7B-592E-F01D1E591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95520D-28FB-B71D-C259-79BD44FE1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1FAD-B476-41A6-A050-62BEBB7E4F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402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 descr="Database contorno">
            <a:extLst>
              <a:ext uri="{FF2B5EF4-FFF2-40B4-BE49-F238E27FC236}">
                <a16:creationId xmlns:a16="http://schemas.microsoft.com/office/drawing/2014/main" id="{8FAB3F4A-AB28-3850-6B82-A9C96E1AF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8160" y="2971800"/>
            <a:ext cx="914400" cy="914400"/>
          </a:xfrm>
          <a:prstGeom prst="rect">
            <a:avLst/>
          </a:prstGeom>
        </p:spPr>
      </p:pic>
      <p:pic>
        <p:nvPicPr>
          <p:cNvPr id="13" name="Elemento grafico 12" descr="Server contorno">
            <a:extLst>
              <a:ext uri="{FF2B5EF4-FFF2-40B4-BE49-F238E27FC236}">
                <a16:creationId xmlns:a16="http://schemas.microsoft.com/office/drawing/2014/main" id="{36BAF430-B747-440C-051A-502353F4F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6880" y="2971800"/>
            <a:ext cx="914400" cy="914400"/>
          </a:xfrm>
          <a:prstGeom prst="rect">
            <a:avLst/>
          </a:prstGeom>
        </p:spPr>
      </p:pic>
      <p:pic>
        <p:nvPicPr>
          <p:cNvPr id="15" name="Elemento grafico 14" descr="Database contorno">
            <a:extLst>
              <a:ext uri="{FF2B5EF4-FFF2-40B4-BE49-F238E27FC236}">
                <a16:creationId xmlns:a16="http://schemas.microsoft.com/office/drawing/2014/main" id="{861D297B-9138-D29C-5F53-9CD095EB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9440" y="2971800"/>
            <a:ext cx="914400" cy="914400"/>
          </a:xfrm>
          <a:prstGeom prst="rect">
            <a:avLst/>
          </a:prstGeom>
        </p:spPr>
      </p:pic>
      <p:pic>
        <p:nvPicPr>
          <p:cNvPr id="20" name="Elemento grafico 19" descr="Computer contorno">
            <a:extLst>
              <a:ext uri="{FF2B5EF4-FFF2-40B4-BE49-F238E27FC236}">
                <a16:creationId xmlns:a16="http://schemas.microsoft.com/office/drawing/2014/main" id="{C76EFC1E-3649-30A4-894D-A838154AF5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0720" y="2971800"/>
            <a:ext cx="914400" cy="914400"/>
          </a:xfrm>
          <a:prstGeom prst="rect">
            <a:avLst/>
          </a:prstGeom>
        </p:spPr>
      </p:pic>
      <p:pic>
        <p:nvPicPr>
          <p:cNvPr id="24" name="Elemento grafico 23" descr="Computer contorno">
            <a:extLst>
              <a:ext uri="{FF2B5EF4-FFF2-40B4-BE49-F238E27FC236}">
                <a16:creationId xmlns:a16="http://schemas.microsoft.com/office/drawing/2014/main" id="{7B7B6656-D66E-BB27-94DE-1E54BCD955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0720" y="1676400"/>
            <a:ext cx="914400" cy="914400"/>
          </a:xfrm>
          <a:prstGeom prst="rect">
            <a:avLst/>
          </a:prstGeom>
        </p:spPr>
      </p:pic>
      <p:pic>
        <p:nvPicPr>
          <p:cNvPr id="26" name="Elemento grafico 25" descr="Computer contorno">
            <a:extLst>
              <a:ext uri="{FF2B5EF4-FFF2-40B4-BE49-F238E27FC236}">
                <a16:creationId xmlns:a16="http://schemas.microsoft.com/office/drawing/2014/main" id="{4061579F-0BEC-567F-918A-41C1CE0F15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0720" y="4267200"/>
            <a:ext cx="914400" cy="914400"/>
          </a:xfrm>
          <a:prstGeom prst="rect">
            <a:avLst/>
          </a:prstGeom>
        </p:spPr>
      </p:pic>
      <p:pic>
        <p:nvPicPr>
          <p:cNvPr id="27" name="Elemento grafico 26" descr="Computer contorno">
            <a:extLst>
              <a:ext uri="{FF2B5EF4-FFF2-40B4-BE49-F238E27FC236}">
                <a16:creationId xmlns:a16="http://schemas.microsoft.com/office/drawing/2014/main" id="{84411CB8-A9DA-F14F-7DD3-E4DC7A4CF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0720" y="381000"/>
            <a:ext cx="914400" cy="914400"/>
          </a:xfrm>
          <a:prstGeom prst="rect">
            <a:avLst/>
          </a:prstGeom>
        </p:spPr>
      </p:pic>
      <p:pic>
        <p:nvPicPr>
          <p:cNvPr id="28" name="Elemento grafico 27" descr="Computer contorno">
            <a:extLst>
              <a:ext uri="{FF2B5EF4-FFF2-40B4-BE49-F238E27FC236}">
                <a16:creationId xmlns:a16="http://schemas.microsoft.com/office/drawing/2014/main" id="{47C66796-675D-F835-9C99-20967EBCB7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0720" y="5562600"/>
            <a:ext cx="914400" cy="914400"/>
          </a:xfrm>
          <a:prstGeom prst="rect">
            <a:avLst/>
          </a:prstGeom>
        </p:spPr>
      </p:pic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6E7C581B-166E-E5C4-C160-13F6AA8DADFB}"/>
              </a:ext>
            </a:extLst>
          </p:cNvPr>
          <p:cNvCxnSpPr>
            <a:cxnSpLocks/>
          </p:cNvCxnSpPr>
          <p:nvPr/>
        </p:nvCxnSpPr>
        <p:spPr>
          <a:xfrm flipV="1">
            <a:off x="7726997" y="809625"/>
            <a:ext cx="1843723" cy="26098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1E65C953-72D2-26CD-7342-C48C5259CA2F}"/>
              </a:ext>
            </a:extLst>
          </p:cNvPr>
          <p:cNvCxnSpPr>
            <a:cxnSpLocks/>
          </p:cNvCxnSpPr>
          <p:nvPr/>
        </p:nvCxnSpPr>
        <p:spPr>
          <a:xfrm flipV="1">
            <a:off x="7717472" y="2052638"/>
            <a:ext cx="1853248" cy="138112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1A1CF154-06D7-46AC-8C64-EFC8957702F1}"/>
              </a:ext>
            </a:extLst>
          </p:cNvPr>
          <p:cNvCxnSpPr>
            <a:cxnSpLocks/>
          </p:cNvCxnSpPr>
          <p:nvPr/>
        </p:nvCxnSpPr>
        <p:spPr>
          <a:xfrm>
            <a:off x="7725092" y="3395663"/>
            <a:ext cx="1845628" cy="25979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570C40EE-6218-0FBE-7395-29A2B8EA4E79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7725092" y="3395663"/>
            <a:ext cx="1845628" cy="132873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250B3E59-0DA5-7EC0-0EED-AAA688502D2B}"/>
              </a:ext>
            </a:extLst>
          </p:cNvPr>
          <p:cNvCxnSpPr>
            <a:cxnSpLocks/>
          </p:cNvCxnSpPr>
          <p:nvPr/>
        </p:nvCxnSpPr>
        <p:spPr>
          <a:xfrm>
            <a:off x="2554605" y="3429000"/>
            <a:ext cx="177355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D28B82B1-FA75-1C59-3F9E-237286A3446F}"/>
              </a:ext>
            </a:extLst>
          </p:cNvPr>
          <p:cNvCxnSpPr>
            <a:cxnSpLocks/>
          </p:cNvCxnSpPr>
          <p:nvPr/>
        </p:nvCxnSpPr>
        <p:spPr>
          <a:xfrm>
            <a:off x="5209222" y="3429000"/>
            <a:ext cx="177355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B195F2E1-4FA7-8DF3-5239-112202FC14F8}"/>
              </a:ext>
            </a:extLst>
          </p:cNvPr>
          <p:cNvCxnSpPr>
            <a:cxnSpLocks/>
          </p:cNvCxnSpPr>
          <p:nvPr/>
        </p:nvCxnSpPr>
        <p:spPr>
          <a:xfrm>
            <a:off x="7725092" y="3405188"/>
            <a:ext cx="1853248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ttangolo 54">
            <a:extLst>
              <a:ext uri="{FF2B5EF4-FFF2-40B4-BE49-F238E27FC236}">
                <a16:creationId xmlns:a16="http://schemas.microsoft.com/office/drawing/2014/main" id="{6C36F93F-FF1C-6FF6-1B12-F859F99F8CCB}"/>
              </a:ext>
            </a:extLst>
          </p:cNvPr>
          <p:cNvSpPr/>
          <p:nvPr/>
        </p:nvSpPr>
        <p:spPr>
          <a:xfrm>
            <a:off x="1551681" y="3698084"/>
            <a:ext cx="1224797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Server sistemi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521B1FA2-DC98-CE92-9CE5-DBFA8FA88CD0}"/>
              </a:ext>
            </a:extLst>
          </p:cNvPr>
          <p:cNvSpPr/>
          <p:nvPr/>
        </p:nvSpPr>
        <p:spPr>
          <a:xfrm>
            <a:off x="4024945" y="3752853"/>
            <a:ext cx="1520829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Database lettura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13658B44-A6F5-0071-DC6E-A69D1861263A}"/>
              </a:ext>
            </a:extLst>
          </p:cNvPr>
          <p:cNvSpPr/>
          <p:nvPr/>
        </p:nvSpPr>
        <p:spPr>
          <a:xfrm>
            <a:off x="6539232" y="3800485"/>
            <a:ext cx="1773554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Database di gestione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7EC6C5AE-E8FE-9F8C-F887-4F21F983314D}"/>
              </a:ext>
            </a:extLst>
          </p:cNvPr>
          <p:cNvSpPr/>
          <p:nvPr/>
        </p:nvSpPr>
        <p:spPr>
          <a:xfrm>
            <a:off x="10296489" y="1714519"/>
            <a:ext cx="2048901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Pc Carpenteria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FAB0D8B4-92D4-3B68-FBFC-71C64CF2C66B}"/>
              </a:ext>
            </a:extLst>
          </p:cNvPr>
          <p:cNvSpPr/>
          <p:nvPr/>
        </p:nvSpPr>
        <p:spPr>
          <a:xfrm>
            <a:off x="10296489" y="3076583"/>
            <a:ext cx="2048901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Pc Officina</a:t>
            </a: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F766DDE7-CCE4-75FA-57F4-E9A6B44A4653}"/>
              </a:ext>
            </a:extLst>
          </p:cNvPr>
          <p:cNvSpPr/>
          <p:nvPr/>
        </p:nvSpPr>
        <p:spPr>
          <a:xfrm>
            <a:off x="10296489" y="4268191"/>
            <a:ext cx="2048901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Pc Montaggio 1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7956AE18-41B4-C42F-707E-2FA645A9D656}"/>
              </a:ext>
            </a:extLst>
          </p:cNvPr>
          <p:cNvSpPr/>
          <p:nvPr/>
        </p:nvSpPr>
        <p:spPr>
          <a:xfrm>
            <a:off x="10296489" y="5544532"/>
            <a:ext cx="2048901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Pc Montaggio 2</a:t>
            </a:r>
          </a:p>
        </p:txBody>
      </p:sp>
      <p:sp>
        <p:nvSpPr>
          <p:cNvPr id="63" name="Rettangolo 62">
            <a:extLst>
              <a:ext uri="{FF2B5EF4-FFF2-40B4-BE49-F238E27FC236}">
                <a16:creationId xmlns:a16="http://schemas.microsoft.com/office/drawing/2014/main" id="{38058F28-6A4B-FFA7-19C5-859D149D5A36}"/>
              </a:ext>
            </a:extLst>
          </p:cNvPr>
          <p:cNvSpPr/>
          <p:nvPr/>
        </p:nvSpPr>
        <p:spPr>
          <a:xfrm>
            <a:off x="10296489" y="538168"/>
            <a:ext cx="2048901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 Black" panose="020B0A04020102020204" pitchFamily="34" charset="0"/>
              </a:rPr>
              <a:t>Pc Ufficio tecnico</a:t>
            </a: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2619B12D-7435-4DCB-8ABB-7628D97979FC}"/>
              </a:ext>
            </a:extLst>
          </p:cNvPr>
          <p:cNvSpPr/>
          <p:nvPr/>
        </p:nvSpPr>
        <p:spPr>
          <a:xfrm>
            <a:off x="2487136" y="2476506"/>
            <a:ext cx="1853248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Polling</a:t>
            </a:r>
          </a:p>
          <a:p>
            <a:pPr algn="ctr"/>
            <a:r>
              <a:rPr lang="it-I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(ogni x minuti)</a:t>
            </a:r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6963C3DA-74B0-1DE8-7508-00BB485A24B7}"/>
              </a:ext>
            </a:extLst>
          </p:cNvPr>
          <p:cNvSpPr/>
          <p:nvPr/>
        </p:nvSpPr>
        <p:spPr>
          <a:xfrm>
            <a:off x="5120640" y="2781076"/>
            <a:ext cx="1853248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</a:t>
            </a:r>
            <a:endParaRPr lang="it-I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Figura a mano libera: forma 71">
            <a:extLst>
              <a:ext uri="{FF2B5EF4-FFF2-40B4-BE49-F238E27FC236}">
                <a16:creationId xmlns:a16="http://schemas.microsoft.com/office/drawing/2014/main" id="{B984ECF8-62D8-2B80-9E88-6BBC19864E76}"/>
              </a:ext>
            </a:extLst>
          </p:cNvPr>
          <p:cNvSpPr/>
          <p:nvPr/>
        </p:nvSpPr>
        <p:spPr>
          <a:xfrm rot="21426572">
            <a:off x="2328420" y="1208458"/>
            <a:ext cx="4930777" cy="1980335"/>
          </a:xfrm>
          <a:custGeom>
            <a:avLst/>
            <a:gdLst>
              <a:gd name="csX0" fmla="*/ 0 w 5015060"/>
              <a:gd name="csY0" fmla="*/ 1317924 h 1515887"/>
              <a:gd name="csX1" fmla="*/ 1611984 w 5015060"/>
              <a:gd name="csY1" fmla="*/ 130147 h 1515887"/>
              <a:gd name="csX2" fmla="*/ 4006392 w 5015060"/>
              <a:gd name="csY2" fmla="*/ 186707 h 1515887"/>
              <a:gd name="csX3" fmla="*/ 5015060 w 5015060"/>
              <a:gd name="csY3" fmla="*/ 1515887 h 1515887"/>
              <a:gd name="csX4" fmla="*/ 5015060 w 5015060"/>
              <a:gd name="csY4" fmla="*/ 1515887 h 1515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15060" h="1515887">
                <a:moveTo>
                  <a:pt x="0" y="1317924"/>
                </a:moveTo>
                <a:cubicBezTo>
                  <a:pt x="472126" y="818303"/>
                  <a:pt x="944252" y="318683"/>
                  <a:pt x="1611984" y="130147"/>
                </a:cubicBezTo>
                <a:cubicBezTo>
                  <a:pt x="2279716" y="-58389"/>
                  <a:pt x="3439213" y="-44250"/>
                  <a:pt x="4006392" y="186707"/>
                </a:cubicBezTo>
                <a:cubicBezTo>
                  <a:pt x="4573571" y="417664"/>
                  <a:pt x="5015060" y="1515887"/>
                  <a:pt x="5015060" y="1515887"/>
                </a:cubicBezTo>
                <a:lnTo>
                  <a:pt x="5015060" y="1515887"/>
                </a:ln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23CF6E1D-3706-95BD-6FF8-0C31337E7EEC}"/>
              </a:ext>
            </a:extLst>
          </p:cNvPr>
          <p:cNvSpPr/>
          <p:nvPr/>
        </p:nvSpPr>
        <p:spPr>
          <a:xfrm>
            <a:off x="3851110" y="413684"/>
            <a:ext cx="2580750" cy="72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Lettura </a:t>
            </a:r>
            <a:r>
              <a:rPr lang="it-IT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 parametri</a:t>
            </a:r>
            <a:endParaRPr lang="it-IT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645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Alessandria</dc:creator>
  <cp:lastModifiedBy>Giorgio Alessandria</cp:lastModifiedBy>
  <cp:revision>6</cp:revision>
  <dcterms:created xsi:type="dcterms:W3CDTF">2025-11-20T12:36:19Z</dcterms:created>
  <dcterms:modified xsi:type="dcterms:W3CDTF">2025-11-28T14:31:18Z</dcterms:modified>
</cp:coreProperties>
</file>