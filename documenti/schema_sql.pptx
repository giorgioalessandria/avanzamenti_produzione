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EB96BC-2D91-665A-4640-8587988D2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304B6C5-1755-CD75-3D11-01E282A57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74D89B-A6E7-4A54-9C55-C51AFDE4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853743-53B1-B053-EC92-ECEB796F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6D0000-1F1C-642F-74B0-90B2F8EE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321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60543-25D7-6DBC-C090-F724C2A0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FE8FE8-039D-DDB6-2D4C-0354D944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73D1D0-2C2C-8421-93DF-8E9D9669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1FA68F-5DE1-14DC-881F-7C04B343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404911-578F-754D-F9A1-F606F15C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03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17D5B-6D8A-9BD9-0C8F-72986DAE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2F5A94-ED2C-2F4C-E0F0-8685EFB85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26D127-AE45-EA54-B4F9-AD6EA2C4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183095-762D-002D-039B-0951EA40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7D8A32-1450-1D32-0349-C8E54E66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7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FBAC14-7539-37AA-F765-540246E8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CCCE87-0374-CA55-2CB8-AE138F7A4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6D202B-336A-7E7D-5A35-8ED6303B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8D1CC0-2F3A-DFA2-860B-E1C57281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B4CFDF-AC13-7B6A-D67B-F40F7266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C316E87-6964-645D-4490-E6FE47DD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57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71A5E-DB73-BAC3-4E66-084C01C9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A12BFF-16C5-A9E8-E926-99FC688E7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4CF6662-3666-DE0C-E32F-D247F0A8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22B0DC-7813-92B0-CDA2-DEB7F477F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310878-0872-580E-A942-D7A1D5768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64B4AB-6C67-E016-839F-86991148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765DBE9-9C8A-4C0B-DEFE-B1A75AC9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7CEB84D-ADC1-154A-D275-3D0CAC7D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98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B3CAC-8712-31CA-D9D9-5B533ABC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C9F950-895F-2AEF-EAD4-596DE1A7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F98021-6D1A-2E50-1BBE-5BBC7453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195383-5C2E-40AF-D63E-C142E8AB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701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CD4B2C-32C2-7828-8535-82720CF9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AA116E-9588-2C12-4F21-62F4A5CB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012ADE-0E14-5B4E-E919-35C91618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430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C5B710-F1A0-A60A-8272-C4E25540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443D8C-E962-3E3C-D28D-86664464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307526C-0FC2-B5F6-A485-E6A5884FF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B200E7-E854-79F4-2B48-392C1FE2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CFC2B2-FE7A-E632-8E1C-3FB9668A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60DCB96-2A9D-3C1A-7665-D4E00830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545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610944-8D57-5CF7-12ED-2D3369A5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6E512-E60A-945B-C04A-27EF5EE2C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5476BA-15E3-2819-3470-2E7FEA705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157A41-691E-194C-3306-32309B0E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7E145EF-C85B-2B57-929D-54F20E8B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9B0685-7E78-AF71-3796-31291735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345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75C75E-A4C5-C587-13F6-ED9F268C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ED91E61-06E6-F1F0-BF28-C040C99A6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44C17C-274E-CC59-EB7D-CC210AFD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F36EBA-056E-38B3-1AB2-65C43726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58EDC9-CB79-D318-A6D6-3AA583AA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557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4233AA5-91D9-3A53-FCF7-EF9EA4F79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DCEF673-3422-BE30-7FDE-25F4763FE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F7E10E-41BA-BD63-63D0-62675AE6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862989-B4C0-7B15-0CC8-94EF8C555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AAFA94-E728-788F-6EAB-54DFFE50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40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DDBF7-890A-DF44-7DAE-6701DE75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CF0C9C-4583-7F2D-28CE-058605D47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539591-C8DD-2608-30B0-7CEBF8084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24199-D338-4264-A149-D16CE00DDBE5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064CCC-D1EE-DC7B-592E-F01D1E591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95520D-28FB-B71D-C259-79BD44FE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402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7E3278B-2325-B7EF-DB39-3F3404D02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3797"/>
              </p:ext>
            </p:extLst>
          </p:nvPr>
        </p:nvGraphicFramePr>
        <p:xfrm>
          <a:off x="4983162" y="4056597"/>
          <a:ext cx="222567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Public_id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95005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412477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Preference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17374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/>
                        <a:t>Genere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99587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17CF1D6-523D-7112-C99E-F3EB0EAE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044035"/>
              </p:ext>
            </p:extLst>
          </p:nvPr>
        </p:nvGraphicFramePr>
        <p:xfrm>
          <a:off x="7386109" y="2776437"/>
          <a:ext cx="22256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41672">
                <a:tc>
                  <a:txBody>
                    <a:bodyPr/>
                    <a:lstStyle/>
                    <a:p>
                      <a:r>
                        <a:rPr lang="it-IT" dirty="0" err="1"/>
                        <a:t>Users_reparti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User_id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Reparto_id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B1BE9A6-068D-F0BD-1B80-ECAD010B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62313"/>
              </p:ext>
            </p:extLst>
          </p:nvPr>
        </p:nvGraphicFramePr>
        <p:xfrm>
          <a:off x="6220884" y="224464"/>
          <a:ext cx="22256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Permissions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Codice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9500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1450ED5-3848-CD75-C7AD-38DA109A6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02993"/>
              </p:ext>
            </p:extLst>
          </p:nvPr>
        </p:nvGraphicFramePr>
        <p:xfrm>
          <a:off x="9242425" y="224464"/>
          <a:ext cx="22256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Reparti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Codice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  <a:tr h="344956"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95005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DDE4627-4C70-46DD-5504-62883248D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55504"/>
              </p:ext>
            </p:extLst>
          </p:nvPr>
        </p:nvGraphicFramePr>
        <p:xfrm>
          <a:off x="3199342" y="407344"/>
          <a:ext cx="22256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Roles_permissions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Roles_id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Permissions_id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6C3E341-9BF0-16BD-88EA-FE31844DC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969544"/>
              </p:ext>
            </p:extLst>
          </p:nvPr>
        </p:nvGraphicFramePr>
        <p:xfrm>
          <a:off x="177270" y="3610827"/>
          <a:ext cx="222567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Ordini_produzione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Numero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95005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Reparto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412477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Stato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17374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Creato_il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758523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Aggiornato_il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51758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AB83540C-6ED6-A9F0-D6D3-A7AE8AACA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1283"/>
              </p:ext>
            </p:extLst>
          </p:nvPr>
        </p:nvGraphicFramePr>
        <p:xfrm>
          <a:off x="177800" y="224464"/>
          <a:ext cx="22256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Roles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Codice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95005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942DC3FF-598C-2EBF-0374-51C679E51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765678"/>
              </p:ext>
            </p:extLst>
          </p:nvPr>
        </p:nvGraphicFramePr>
        <p:xfrm>
          <a:off x="2580217" y="2776437"/>
          <a:ext cx="22256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532008669"/>
                    </a:ext>
                  </a:extLst>
                </a:gridCol>
              </a:tblGrid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Users_roles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674302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User_id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710178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r>
                        <a:rPr lang="it-IT" dirty="0" err="1"/>
                        <a:t>Role_id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68000"/>
                  </a:ext>
                </a:extLst>
              </a:tr>
            </a:tbl>
          </a:graphicData>
        </a:graphic>
      </p:graphicFrame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778B011-7F1B-0035-5266-F46AC9B5ACFD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2403475" y="955984"/>
            <a:ext cx="795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7EF7825-E91B-7E1F-FB71-FCDEC64E17A7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5425017" y="955984"/>
            <a:ext cx="795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3EFBCA6-6750-2B26-7413-8EB6015C689A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290637" y="1687504"/>
            <a:ext cx="2402417" cy="1088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DEB1E0C-3AAE-A2AF-39EE-6B138B3EBC8A}"/>
              </a:ext>
            </a:extLst>
          </p:cNvPr>
          <p:cNvCxnSpPr>
            <a:cxnSpLocks/>
            <a:stCxn id="5" idx="1"/>
            <a:endCxn id="12" idx="2"/>
          </p:cNvCxnSpPr>
          <p:nvPr/>
        </p:nvCxnSpPr>
        <p:spPr>
          <a:xfrm flipH="1" flipV="1">
            <a:off x="3693054" y="3873717"/>
            <a:ext cx="1290108" cy="146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24AA9F1C-477F-98EE-E344-6223F8D87674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7208837" y="3873717"/>
            <a:ext cx="1290109" cy="146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E6A055F-9AD1-2700-373A-9586E85B3F2F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8498946" y="1687504"/>
            <a:ext cx="1856316" cy="1088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964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Alessandria</dc:creator>
  <cp:lastModifiedBy>Giorgio Alessandria</cp:lastModifiedBy>
  <cp:revision>2</cp:revision>
  <dcterms:created xsi:type="dcterms:W3CDTF">2025-11-20T12:36:19Z</dcterms:created>
  <dcterms:modified xsi:type="dcterms:W3CDTF">2025-11-20T13:00:13Z</dcterms:modified>
</cp:coreProperties>
</file>